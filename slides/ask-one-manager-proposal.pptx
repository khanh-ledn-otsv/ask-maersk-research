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story starts with the customer experience already visible in the market. Ask Maersk is a useful benchmark, not a target to criticize or a claim that ONE will automatically surpass it.
[Sources]
- Internal: reports/maersk-research-2026-08-31.md
- Internal: docs/plan.md
- Visual reference: ../payloadcms-demo-main/apps/slides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docs/plan.md, sections 11–15
- Internal synthesis: reports/maersk-research-2026-08-31.md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respectful summary of visible behavior, not a competitor scorecard.
[Sources]
- Internal: reports/maersk-research-2026-08-31.md, Capability Map and Evidence Gaps
- User-provided Ask Maersk screenshots in this conversation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resets the competitive posture: match the useful experience, apply ONE's own governance, and let measured results determine further investment.
[Sources]
- Internal synthesis: reports/maersk-research-2026-08-31.md
- Internal proposed controls: docs/plan.md, sections 4–10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interaction follows the useful benchmark without copying competitor implementation details. The first release remains English, public knowledge and single-question, with no multi-turn conversation.
[Sources]
- Internal benchmark: reports/maersk-research-2026-08-31.md
- Internal proposed experience: docs/plan.md, sections 4–5 and 11
- Gemini streaming behavior: https://docs.cloud.google.com/gemini-enterprise-agent-platform/models/capabilities/send-chat-prompts-gemini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synthesis: reports/maersk-research-2026-08-31.md
- Internal: docs/plan.md, sections 4–15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docs/plan.md, sections 5, 9, 11 and 12
- Project context: https://www.one-line.com/
- Future integration context: https://ecomm.one-line.com/one-ecom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Manager translation: reuse the platform already operated by ONE. No Google CDN or Cloud DNS is proposed. Cloud SQL with pgvector is an initial feasibility candidate, not a permanent architecture commitment.
Future sources remain TBD/TBC until ownership, classification, interface, security and cost are confirmed.
[Sources]
- Internal: docs/plan.md, section 7
- ONE website: https://www.one-line.com/
- ONE eCommerce portal: https://ecomm.one-line.com/one-ecom
- Cloudflare secure application delivery: https://developers.cloudflare.com/reference-architecture/design-guides/secure-application-delivery/
- Cloudflare proxied DNS: https://developers.cloudflare.com/learning-paths/prevent-ddos-attacks/baseline/proxy-dns-records/
- Cloudflare icon: https://simpleicons.org/?q=cloudflare
- Google Cloud product icons: https://cloud.google.com/icons
- GKE: https://cloud.google.com/kubernetes-engine/docs
- Vertex AI: https://cloud.google.com/vertex-ai/generative-ai/docs
- Cloud SQL PostgreSQL: https://cloud.google.com/sql/docs/postgres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is not delegated to Gemini. Model Armor is one layer inside a broader control chain. Least privilege, allowlisted sources, auditability and a kill switch remain required.
[Sources]
- Internal: docs/plan.md, section 6
- Model Armor: https://docs.cloud.google.com/model-armor/overview
- Cloudflare secure application delivery: https://developers.cloudflare.com/reference-architecture/design-guides/secure-application-delivery/
- Cloudflare icon: https://simpleicons.org/?q=cloudflare
- Google Cloud product icons: https://cloud.google.com/icons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Golden Dataset = governed evaluation cases. Golden Database = its registry and review history in Cloud SQL. Both are versioned and auditable.
[Sources]
- Internal: docs/plan.md, sections 3–5 and 9
- Google Cloud product icons: https://cloud.google.com/icons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Hub is not a large admin application in the MVP. It provides the operating view and minimum controlled actions required to manage sources safely. Content gaps, stale/conflicting-content detection, FAQ suggestions and trend intelligence are future additions—not MVP commitments.
[Sources]
- Internal: docs/plan.md, sections 5 and 9
- Google Cloud product icons: https://cloud.google.com/icons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reports/maersk-research-2026-08-31.md, reliability observations
- Internal: docs/plan.md, sections 9 and 10
- Google Cloud Observability: https://cloud.google.com/products/observability
- Ragas evaluation metrics: https://docs.ragas.io/en/stable/getstarted/rag_eval/
- Vertex AI evaluation: https://docs.cloud.google.com/vertex-ai/generative-ai/docs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KPI framework: docs/plan.md, section 10
- Proposed thresholds and assumptions: slide-docs.md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docs/plan.md, sections 9, 10 and 15
- Vertex AI pricing dimensions: https://cloud.google.com/vertex-ai/generative-ai/pricing
- Model Armor: https://cloud.google.com/security/products/model-armor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docs/plan.md, section 12
- Internal benchmark: reports/maersk-research-2026-08-31.md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decision. The proposal does not ask management to approve the whole roadmap.
[Sources]
- Internal: docs/plan.md
- Cost and gate assumptions: slide-docs.md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 ONE · evidence-led proposal</dc:title>
  <dc:subject>An evidence-first, stage-gated proposal for trusted AI self-service.
</dc:subject>
  <dc:creator>ONE</dc:creator>
  <cp:lastModifiedBy>ONE</cp:lastModifiedBy>
  <cp:revision>1</cp:revision>
  <dcterms:created xsi:type="dcterms:W3CDTF">2026-08-31T10:43:00Z</dcterms:created>
  <dcterms:modified xsi:type="dcterms:W3CDTF">2026-08-31T10:43:00Z</dcterms:modified>
</cp:coreProperties>
</file>